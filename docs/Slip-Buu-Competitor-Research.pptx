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Slip-Buu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1338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Competitor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ศึกษาแอป/บริการที่ทำงานใกล้เคียง: ตรวจสลิปโอนเงิน, OCR เอกสารการเงิน, LINE/social commerce และ expense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0" y="731520"/>
            <a:ext cx="4251960" cy="52120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88352" y="1481328"/>
            <a:ext cx="36118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050" dirty="0">
                <a:solidFill>
                  <a:srgbClr val="0F172A"/>
                </a:solidFill>
              </a:rPr>
              <a:t>รวม 24 แอป/บริการทั่วโลก โดยเน้นไทยก่อน</a:t>
            </a:r>
            <a:endParaRPr lang="en-US" sz="1050" dirty="0"/>
          </a:p>
          <a:p>
            <a:r>
              <a:rPr lang="en-US" sz="1050" dirty="0">
                <a:solidFill>
                  <a:srgbClr val="0F172A"/>
                </a:solidFill>
              </a:rPr>
              <a:t>ดูข้อดี ข้อเสีย กลุ่มลูกค้า และช่องว่างเชิงกลยุทธ์</a:t>
            </a:r>
            <a:endParaRPr lang="en-US" sz="1050" dirty="0"/>
          </a:p>
          <a:p>
            <a:r>
              <a:rPr lang="en-US" sz="1050" dirty="0">
                <a:solidFill>
                  <a:srgbClr val="0F172A"/>
                </a:solidFill>
              </a:rPr>
              <a:t>เทียบจากมุม Slip-Buu: LINE LIFF + OCR + duplicate + report</a:t>
            </a:r>
            <a:endParaRPr lang="en-US" sz="1050" dirty="0"/>
          </a:p>
          <a:p>
            <a:r>
              <a:rPr lang="en-US" sz="1050" dirty="0">
                <a:solidFill>
                  <a:srgbClr val="0F172A"/>
                </a:solidFill>
              </a:rPr>
              <a:t>ข้อมูลอ้างอิงจากหน้า official docs/เว็บไซต์/marketplace ณ 8 ก.ค.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6640" y="5230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Output: downloadable .pptx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นิยามคู่แข่งของ Slip-Buu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ไม่ใช่แค่ “แอปตรวจสลิป” แต่คือทุกเครื่องมือที่ลดงานหลังการรับโอนเงิน/บันทึกเอกสารการเงิน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Direct slip verification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18196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63EB"/>
                </a:solidFill>
              </a:rPr>
              <a:t>SlipOK, EasySlip, Slip2Go, CheckSlips, bank APIs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41248" y="21854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ตรวจจริง-ปลอม, duplicate, ตรวจยอด/บัญชีรับเงิน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Social commerce ops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19088" y="18196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63EB"/>
                </a:solidFill>
              </a:rPr>
              <a:t>Page365, ZORT, Oho Chat, Shipnity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6419088" y="21854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รวมแชท, เปิดบิล, รับชำระ, shipping, stock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5478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Accounting/receipt OCR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3877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63EB"/>
                </a:solidFill>
              </a:rPr>
              <a:t>FlowAccount, PEAK, iApp, global OCR apps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41248" y="42428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บันทึกบัญชี, ภาษี, expense report, archive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5478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Platform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19088" y="3877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63EB"/>
                </a:solidFill>
              </a:rPr>
              <a:t>LINE OA, Messaging API, PromptPay ecosystem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419088" y="42428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ช่องทางลูกค้าและโครงสร้าง payment ในไทย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Sources include S1-S21 and app official documentation listed at the end.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สรุปตลาดแบบเร็ว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ไทยมีคู่แข่งตรงด้าน verification เยอะ แต่ยังมีช่องว่างเรื่อง “ผู้ใช้ปลายทางบน LINE + รายงานการเงินส่วนตัว/ร้านเล็ก”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27080" cy="3886200"/>
        </p:xfrm>
        <a:graphic>
          <a:graphicData uri="http://schemas.openxmlformats.org/drawingml/2006/table">
            <a:tbl>
              <a:tblPr/>
              <a:tblGrid>
                <a:gridCol w="2057400"/>
                <a:gridCol w="3977640"/>
                <a:gridCol w="4892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กลุ่ม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จุดแข็งตลาด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ช่องว่างสำหรับ Slip-Buu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 verification ไทย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เร็ว, ตรวจซ้ำ, อ่าน QR, ผูกบัญชีรับเงิน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หลายรายเป็น API/บอท ยังไม่เน้น UX รายรับ-รายจ่ายส่วนตัวใน LIFF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Social commerce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ครบ order, stock, shipping, multi-admin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ซับซ้อน/เกินความจำเป็นสำหรับคนที่อยากแค่เก็บสลิปและดูรายงาน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Accounting OCR ไทย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บัญชี/ภาษีไทยแข็งแรง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โฟกัสใบเสร็จ/ใบกำกับภาษี ไม่ใช่สลิปโอนลูกค้าแบบ real-time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Global expense OCR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OCR, approval, reimbursement, accounting sync ดีมาก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ไม่เข้าใจ PromptPay/LINE/ธนาคารไทยโดยตรง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532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Takeaway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72768" y="55138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ตำแหน่งที่น่าสนใจคือ “LINE-native finance notebook for Thai transfers”: ตรวจ/อ่าน/กันซ้ำ/สรุปเงินเข้าออก โดยไม่ต้องย้ายไปใช้ระบบร้านค้าใหญ่เต็มชุด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(1/8)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1. SlipOK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ตรวจสลิปผ่าน LINE / API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ใกล้เคียง Slip-Buu มากที่สุด: รับรูปสลิปใน LINE Group/OA แล้วตรวจจริง-ปลอม/ซ้ำ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LINE-first ชัดเจน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ตรวจซ้ำและผูกบัญชีรับเงิน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แบรนด์เป็นที่รู้จักในไทย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เน้น verify มากกว่าบันทึกบัญชีส่วนตัว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ประสบการณ์ขึ้นกับแพ็กเกจ/การตั้งค่า OA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ร้านค้าออนไลน์, แอดมิน LINE OA, SME ที่รับโอนเงิน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S1,S2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2. EasySlip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Slip Verification API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API ตรวจสลิป QR/รูป/Base64/URL พร้อม duplicate และ account matching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เอกสาร developer ดี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รองรับธนาคารไทย 18+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มีปลั๊กอิน WooCommerce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เป็น API มากกว่าแอปสำเร็จรูป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ผู้ใช้ non-tech ต้องมีคนเชื่อมระบบ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นักพัฒนา, ร้าน WooCommerce, SaaS/ระบบหลังบ้าน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S3,S4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3. Slip2Go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LINE OA / API / Social slip verify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ตรวจสลิปผ่าน LINE กลุ่ม, LINE OA, API และ Facebook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ช่องทาง social ครบ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สื่อสารจุดขายเรื่องราคาและความง่าย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เหมาะกับร้านเริ่มต้น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ข้อมูลเชิงเทคนิคสาธารณะน้อยกว่า EasySlip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ความแตกต่างเชิงบัญชี/รายงานยังไม่เด่น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ร้านค้าออนไลน์, live commerce, ร้านที่รับสลิปหลายช่องทาง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S5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(2/8)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4. CheckSlips / SlipVerify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Slip verification API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API ตรวจสลิปธนาคารด้วย QR decode + OCR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position สำหรับนักพัฒนาและร้านค้าออนไลน์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มีตัวอย่าง API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เน้นกันสลิปปลอม/สลิปเวียน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ยังไม่เห็น ecosystem LINE/รายงานเท่าเจ้าตลาด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ความน่าเชื่อถือแบรนด์ต้องพิสูจน์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developer, ร้านออนไลน์, ระบบ donation/booking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S6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5. KBank K API: Slip Verification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Bank API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ตรวจสถานะ/รายละเอียดธุรกรรมจากสลิป mobile banking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แหล่งข้อมูลจากธนาคารโดยตรง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ความน่าเชื่อถือสูง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เหมาะงาน enterprise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ไม่ใช่แอปสำเร็จรูป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ข้อจำกัด onboarding/บัญชี/สัญญา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อาจไม่คล่องตัวเท่า SaaS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องค์กร, payment platform, merchant รายใหญ่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S7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6. Bangkok Bank QR Payment API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Bank/payment API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ใช้ transaction reference ใน mini-QR บนสลิปเพื่อตรวจรายการ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ข้อมูลธนาคารโดยตรง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เหมาะกับ flow PromptPay/QR ขององค์กร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ลดความเสี่ยงสลิปปลอม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ไม่ได้แก้ UX LINE/OCR เอง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เหมาะกับระบบที่มีทีม technical และบัญชีธนาคารรองรับ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corporate merchant, payment integrator, fintech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S8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(3/8)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7. Page365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ไทย/SEA | Social commerce management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รวมแชท-ออเดอร์-จ่ายเงิน-ส่งของ มีตรวจสลิปอัตโนมัติ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ครบทั้ง funnel การขาย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ฐานร้านค้าใหญ่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รองรับ Facebook/LINE OA/IG/live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หนักสำหรับคนที่ต้องการแค่สแกนสลิป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UX/ราคาอาจเกินร้านเล็กมาก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ร้านออนไลน์หลายช่องทาง, live seller, SME ที่มีแอดมินหลายคน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S9,S10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8. ZORT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Order/inventory/finance platform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Verify Slip เช็กสลิปกับยอดเงินและ wallet/account ในระบบ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ผูก order-stock-finance ได้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เหมาะธุรกิจที่โตแล้ว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มีคู่มือ LINE OA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ไม่ใช่ consumer LIFF แบบเบา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setup หลังบ้านมากกว่า plug-and-play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 e-commerce, warehouse, omnichannel seller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S11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9. Oho Chat + SlipOK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Chat commerce + partner plugin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รวมแชท LINE OA แล้วเชื่อม SlipOK เพื่อตรวจสลิปจากห้องแชท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ดีสำหรับทีมแอดมิน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ลดการสลับหลายระบบ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ใช้ SlipOK เป็น engine ตรวจสลิป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ต้องพึ่ง plugin/คู่ค้า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ไม่ใช่ระบบบันทึกรายรับรายจ่ายโดยตัวเอง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ทีมขายผ่านแชท, แบรนด์ที่มี LINE OA traffic สูง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S12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(4/8)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10. Shipnity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ระบบร้านค้าออนไลน์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เปิดบิล/แชท/ออเดอร์ผ่าน LINE OA และช่องทางขายอื่น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เหมาะร้านขายของจริงจัง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จัดการ order และ shipping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ลดงานแอดมิน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จุดเด่นไม่ใช่ OCR สลิปโดยตรง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flow อาจซับซ้อนกว่าการสแกนสลิปอย่างเดียว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ร้านออนไลน์, seller ที่ต้องส่งของและจัดสต๊อก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S13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11. FlowAccount AutoKey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บัญชีออนไลน์ + OCR ใบเสร็จ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สแกนใบเสร็จ/ใบกำกับภาษีด้วย OCR แล้วบันทึกค่าใช้จ่าย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แข็งแรงด้านบัญชี/ภาษีไทย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ใช้มือถือสแกนได้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เหมาะงานเอกสารธุรกิจ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ไม่ได้เน้นตรวจสลิปโอนเงินจากลูกค้าใน LINE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workflow เป็นบัญชีมากกว่ารับชำระเงิน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SME, นักบัญชี, e-commerce ที่ต้องออกเอกสาร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S14,S15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12. PEAK Connect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บัญชีผ่าน LINE + OCR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ใช้ LINE ดูรายงาน สร้างเอกสาร และบันทึกค่าใช้จ่ายด้วย OCR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LINE เป็นช่องทางใช้งาน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ครบงานบัญชีไทย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เหมาะเจ้าของกิจการและนักบัญชี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ไม่ได้โฟกัส slip fraud/duplicate detection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เหมาะเอกสารบัญชีมากกว่าสลิปลูกค้า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เจ้าของกิจการ, สำนักงานบัญชี, SME ที่ใช้ LINE ทำงาน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S16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(5/8)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13. iApp Thai Receipt OCR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 | OCR API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แปลงใบเสร็จ/ใบกำกับภาษีไทยเป็น structured JSON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รองรับภาษาไทยและเอกสารภาษี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เหมาะต่อยอดเป็น engine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API ชัดเจน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 verify ธุรกรรมธนาคาร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ต้องสร้าง UX/รายงาน/LINE integration เอง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developer, accounting SaaS, enterprise automation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S17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14. SpaceOCR + n8n Workflow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ไทย/โลก | Automation template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รับสลิปจาก LINE แล้ว OCR เก็บ Google Sheets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เร็วและต้นทุนต่ำสำหรับ prototype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ยืดหยุ่น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เหมาะทีม no-code/low-code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ความเสถียร/ความปลอดภัย/การตรวจซ้ำต้องออกแบบเอง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ไม่ใช่ product สำเร็จรูป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ร้านเล็ก, ทีม automation, internal ops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S18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15. LINE OA Store / LINE Messaging API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ไทย/เอเชีย | Platform ecosystem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ช่องทางหลักที่ทำให้แอปแบบ Slip-Buu กระจายผ่าน LINE ได้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ลูกค้าไทยคุ้นเคย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Webhook รับรูปและข้อความได้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OA Store ช่วย discovery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ต้องผ่านกติกา LINE และข้อจำกัด message/API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ไม่ใช่ระบบตรวจสลิปเอง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ทุกธุรกิจที่ใช้ LINE OA, developer, agency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S19,S20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(6/8)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16. Expensify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Expense management + OCR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ถ่ายรูปใบเสร็จแล้ว SmartScan สร้าง expense/match บัตร/ทำ report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UX ดีสำหรับพนักงานเดินทาง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workflow อนุมัติ/เบิกจ่ายครบ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มีฐานผู้ใช้ทั่วโลก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ไม่ได้ตรวจสลิปธนาคารไทย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เน้น expense reimbursement มากกว่ารายรับร้านค้า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SMB, freelancer, corporate travel team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S22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17. SAP Concur ExpenseIt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Enterprise expense suite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OCR ใบเสร็จ สร้าง claim จับคู่บัตร และ workflow อนุมัติ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enterprise governance แข็งแรง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เหมาะองค์กรใหญ่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เชื่อม policy/approval/audit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หนักและแพงสำหรับร้านเล็ก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custom ไทย/LINE ไม่ใช่จุดขายหลัก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องค์กรขนาดกลาง-ใหญ่, finance/procurement team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S23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18. Zoho Expense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Expense reports + autoscan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Autoscan ใบเสร็จหลายภาษา สร้าง expense/report/trip approval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ราคาเข้าถึงง่าย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multi-language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อยู่ใน ecosystem Zoho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ตลาดไทยต้องปรับภาษี/เอกสารเอง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ไม่ใช่ slip verification จากธนาคาร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SMB, startup, บริษัทที่ใช้ Zoho อยู่แล้ว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S24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(7/8)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19. Dext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Bookkeeping automation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ถ่าย/อัปโหลด/อีเมล receipt &amp; invoice แล้ว extract เข้า accounting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ดีมากด้าน bookkeeping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รองรับหลายช่องทางนำเข้า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sync accounting software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ไม่ได้เป็น LINE/social payment flow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ราคาและ workflow เหมาะนักบัญชีมากกว่า seller เล็ก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สำนักงานบัญชี, bookkeeper, SMB finance teams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S25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20. QuickBooks Receipt Scanner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Accounting + receipt OCR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OCR อ่านยอด/วันที่/ร้านค้า แล้วจัดหมวด expense ใน QuickBooks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ผูกบัญชีและภาษีแน่น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เหมาะผู้ใช้ QuickBooks เดิม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mobile workflow ง่าย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ไม่เหมาะกับ PromptPay slip fraud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localized Thai accounting ไม่ใช่แกนหลัก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ธุรกิจเล็กในตลาด QuickBooks, freelancer, accountant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S26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21. Xero / Hubdoc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Accounting document capture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ถ่าย/อีเมล/สแกน bills &amp; receipts แล้ว extract ส่งเข้า Xero/QuickBooks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เอกสารเป็นระเบียบ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bank feed matching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 paperless accounting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ไม่ได้ตอบโจทย์แชท LINE และตรวจสลิปธนาคารไทย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ต้องอยู่ใน ecosystem accounting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SMB, accountant, bookkeeper, Xero users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S27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(8/8)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22. Veryfi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 | Document AI / OCR API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Receipt OCR API คืน structured JSON รองรับหลายภาษา/รูปแบบ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เหมาะสร้าง product ต่อ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เร็วและเน้น security/compliance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อ่าน line item ได้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ไม่ใช่ UI สำเร็จรูปสำหรับ LINE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ต้องทำ fraud logic และ local bank verification เอง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developer, fintech, expense platform, enterprise automation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S28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43891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23. Klippa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ยุโรป/โลก | Receipt OCR / IDP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5537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OCR เอกสารการเงินและใบเสร็จเพื่อ automation/approval/archive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5537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9834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รองรับไฟล์หลายชนิด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เหมาะ enterprise document workflow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 API/SDK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474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ไม่ใช่ไทย bank slip specialist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ต้อง localize ภาษา/รูปแบบ/PromptPay เพิ่ม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5537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0474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enterprise, finance ops, developer ที่ต้องการ IDP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4340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S29</a:t>
            </a:r>
            <a:endParaRPr lang="en-US" sz="570" dirty="0"/>
          </a:p>
        </p:txBody>
      </p:sp>
      <p:sp>
        <p:nvSpPr>
          <p:cNvPr id="27" name="Shape 25"/>
          <p:cNvSpPr/>
          <p:nvPr/>
        </p:nvSpPr>
        <p:spPr>
          <a:xfrm>
            <a:off x="82753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24. Wave Receipts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399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อเมริกาเหนือ | Small business accounting + receipt OCR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4399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สแกน receipt ไม่จำกัดและดึงข้อมูลเข้า bookkeeping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399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8696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เหมาะธุรกิจเล็กมาก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ผูกบัญชี/ใบแจ้งหนี้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ใช้งานง่าย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4399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9336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ตลาด/ภาษีเน้น US/Canada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ไม่เกี่ยวกับ LINE หรือสลิปโอนเงินไทย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4399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336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freelancer, sole proprietor, small business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113202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S30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แอปคู่แข่งและบริการใกล้เคียง (9/8)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แต่ละการ์ดสรุปความใกล้เคียงกับ Slip-Buu, ข้อดี, ข้อเสีย และลูกค้าหลัก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62456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25. Shoeboxed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563EB"/>
                </a:solidFill>
              </a:rPr>
              <a:t>โลก/US | Receipt scanning + human verification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67512" y="1892808"/>
            <a:ext cx="3282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</a:rPr>
              <a:t>ถ่ายรูปหรือส่งซองเอกสารจริงให้สแกน OCR/จัดหมวด/ทำรายงาน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67512" y="2322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6A34A"/>
                </a:solidFill>
              </a:rPr>
              <a:t>ข้อดี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2862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เด่นเรื่องเอกสารกระดาษจำนวนมาก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มี human-verified data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tax-ready categories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1C1C"/>
                </a:solidFill>
              </a:rPr>
              <a:t>ข้อเสีย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61288" y="2816352"/>
            <a:ext cx="2807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80" dirty="0">
                <a:solidFill>
                  <a:srgbClr val="172033"/>
                </a:solidFill>
              </a:rPr>
              <a:t>ไม่ใช่ real-time slip verification</a:t>
            </a:r>
            <a:endParaRPr lang="en-US" sz="680" dirty="0"/>
          </a:p>
          <a:p>
            <a:r>
              <a:rPr lang="en-US" sz="680" dirty="0">
                <a:solidFill>
                  <a:srgbClr val="172033"/>
                </a:solidFill>
              </a:rPr>
              <a:t>รูปแบบบริการไม่เหมาะกับร้านออนไลน์ไทยที่ต้องรู้ผลทันที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67512" y="3300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ลูกค้า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61288" y="3282696"/>
            <a:ext cx="277063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033"/>
                </a:solidFill>
              </a:rPr>
              <a:t>small business, accountant, freelancer ที่มีใบเสร็จกระดาษเยอะ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47872" y="5925312"/>
            <a:ext cx="429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4A3B8"/>
                </a:solidFill>
              </a:rPr>
              <a:t>S31</a:t>
            </a:r>
            <a:endParaRPr lang="en-US" sz="570" dirty="0"/>
          </a:p>
        </p:txBody>
      </p:sp>
      <p:sp>
        <p:nvSpPr>
          <p:cNvPr id="16" name="Text 14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แผนที่ตำแหน่งการแข่งขัน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มองตามแกน “LINE/social native” และ “ความลึกด้านบัญชี/automation”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43584"/>
          <a:ext cx="11018520" cy="4480560"/>
        </p:xfrm>
        <a:graphic>
          <a:graphicData uri="http://schemas.openxmlformats.org/drawingml/2006/table">
            <a:tbl>
              <a:tblPr/>
              <a:tblGrid>
                <a:gridCol w="2331720"/>
                <a:gridCol w="3429000"/>
                <a:gridCol w="525780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ตำแหน่ง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ผู้เล่น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ความหมายเชิงกลยุทธ์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LINE-native + verify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SlipOK, Slip2Go, Oho Chat+SlipOK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แข่งตรงที่สุด ต้องชนะด้วย UX เฉพาะงาน, insight, ราคา, และความง่าย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API-first verification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EasySlip, CheckSlips, KBank, Bangkok Bank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เป็น supplier/คู่แข่งเชิงเทคนิค ควรเลือกว่าจะ build เองหรือเชื่อมเพื่อความน่าเชื่อถือ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Commerce platform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Page365, ZORT, Shipnity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ไม่ได้ชนทุก use case แต่ดูดลูกค้าร้านค้าที่ต้องการระบบครบวงจร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Accounting-first OCR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FlowAccount, PEAK, Dext, Xero/Hubdoc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แข็งแรงด้านบัญชี ใช้เป็น benchmark เรื่อง export, category, tax, audit trail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Global OCR/API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Veryfi, Klippa, iApp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เป็น benchmark เรื่อง structured output, confidence, API reliability, security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กลุ่มลูกค้าเป้าหมายที่พบจากคู่แข่ง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ใช้เพื่อเลือก positioning และ pricing ของ Slip-Buu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27080" cy="4617720"/>
        </p:xfrm>
        <a:graphic>
          <a:graphicData uri="http://schemas.openxmlformats.org/drawingml/2006/table">
            <a:tbl>
              <a:tblPr/>
              <a:tblGrid>
                <a:gridCol w="2286000"/>
                <a:gridCol w="4251960"/>
                <a:gridCol w="4389120"/>
              </a:tblGrid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Segment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Pain point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ผู้เล่น/โอกาส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ร้านเล็ก/แม่ค้าออนไลน์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ต้องการตรวจสลิปเร็ว ไม่อยากเปิดระบบใหญ่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SlipOK, Slip2Go, Slip-Buu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ทีมแอดมิน LINE OA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ต้องการลด manual check และตอบลูกค้าเร็ว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Oho Chat, Page365, ZORT, Slip-Buu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ร้าน e-commerce โตแล้ว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ต้องการ order-stock-shipping-accounting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Page365, ZORT, Shipnity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เจ้าของกิจการ/นักบัญชี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ต้องการบัญชี ภาษี เอกสาร ตรวจสอบย้อนหลัง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FlowAccount, PEAK, Dext, Xero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Developer/SaaS/enterprise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ต้องการ API เชื่อมระบบเอง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EasySlip, CheckSlips, Veryfi, Klippa, iApp, Bank APIs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คนใช้ส่วนตัว/creator/freelancer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อยากบันทึกรายรับรายจ่ายจากสลิปแบบเบา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ช่องว่างที่ Slip-Buu ทำได้ดี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ข้อดี-ข้อเสียของตลาดโดยรวม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มองจากสิ่งที่คู่แข่งทำได้ดีและสิ่งที่ยังเหลือให้ Slip-Buu เล่น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สิ่งที่ตลาดพิสูจน์แล้ว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3434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0F172A"/>
                </a:solidFill>
              </a:rPr>
              <a:t>ไทยมี infrastructure ตรวจสลิปและ PromptPay แข็งแรง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LINE เป็นช่องทางที่ผู้ใช้ไทยคุ้นเคยมาก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คู่แข่ง API มีฟีเจอร์ duplicate/account matching เป็น baseline แล้ว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global OCR เป็น benchmark ด้าน structured data และ workflow อนุมัติ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ช่องว่างที่ยังน่าลงมือ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43434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00" dirty="0">
                <a:solidFill>
                  <a:srgbClr val="0F172A"/>
                </a:solidFill>
              </a:rPr>
              <a:t>หลายตัวแก้แค่ verify แต่ไม่ช่วยให้ผู้ใช้เห็นภาพการเงินต่อ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social commerce platform ครบแต่หนักสำหรับร้านเล็ก/คนใช้ส่วนตัว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accounting tools เก่งภาษี แต่ไม่ real-time ในแชทลูกค้า</a:t>
            </a:r>
            <a:endParaRPr lang="en-US" sz="1100" dirty="0"/>
          </a:p>
          <a:p>
            <a:r>
              <a:rPr lang="en-US" sz="1100" dirty="0">
                <a:solidFill>
                  <a:srgbClr val="0F172A"/>
                </a:solidFill>
              </a:rPr>
              <a:t>โอกาส differentiation อยู่ที่ insight, category, budget, report, personal 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คำแนะนำ positioning สำหรับ Slip-Buu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หลีกเลี่ยงการชนแบบ feature-for-feature กับ API ตรวจสลิปอย่างเดียว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0744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990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1. ชนะด้วย LINE UX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3520440" y="138988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เปิดจาก Rich Menu, อัปหลายสลิป, แก้ข้อมูลง่าย, สรุปทันทีในแชท/LIFF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74420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6771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2. ทำมากกว่า verify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520440" y="225856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แยก income/expense, category, note, report, budget/goal, export PDF/Excel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10744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3639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3. เพิ่ม trust layer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520440" y="312724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QR decode + OCR + hash + reference duplicate + account/amount matching เมื่อพร้อม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074420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050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4. เจาะร้านเล็กและ creator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520440" y="399592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กลุ่มที่ไม่อยากใช้ Page365/ZORT แต่ต้องการหลักฐานและรายงานแบบมืออาชีพ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0744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737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5. เปิด API/partner ภายหลัง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520440" y="486460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เมื่อฐานผู้ใช้ชัด ค่อยต่อยอด WooCommerce, Google Sheets, accounting export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roadmap ที่ควรพิจารณา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จัดลำดับจากสิ่งที่สร้างความต่างและลดความเสี่ยงการแข่งขัน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4617720"/>
        </p:xfrm>
        <a:graphic>
          <a:graphicData uri="http://schemas.openxmlformats.org/drawingml/2006/table">
            <a:tbl>
              <a:tblPr/>
              <a:tblGrid>
                <a:gridCol w="1051560"/>
                <a:gridCol w="3337560"/>
                <a:gridCol w="6309360"/>
              </a:tblGrid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Priority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Feature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เหตุผล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P0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QR payload decode + reference duplicate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เป็น baseline ของตลาดตรวจสลิปไทย ต้องกันสลิปซ้ำ/เวียนให้ชัด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P0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Account/amount matching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ช่วยร้านค้าเช็กว่าปลายทางและยอดตรงกับที่คาดไว้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Smart category + note assistant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ทำให้ Slip-Buu ต่างจาก verify-only และช่วยสร้างรายงานมีความหมาย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Daily/monthly LINE summary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เหมาะกับ LINE-native habit และสร้าง retention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Google Sheets / Excel / accounting export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เชื่อม workflow ของร้านเล็กและนักบัญชี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P2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Team/admin mode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ขยายจากผู้ใช้เดี่ยวไปทีมร้านค้า โดยไม่ต้องกลายเป็น Page365 ทั้งระบบ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แหล่งอ้างอิง (1/2)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รหัส S ใช้อ้างในสไลด์การ์ดของแต่ละแอป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92840" cy="539496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8046720"/>
              </a:tblGrid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ID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Source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URL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SlipOK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https://slipok.com/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SlipOK API docs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https://slipok.com/api-documentation/check-slip/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S3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EasySlip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https://easyslip.com/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S4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EasySlip docs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https://document.easyslip.com/en/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S5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Slip2Go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https://slip2go.com/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S6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CheckSlips / SlipVerify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https://www.checkslips.com/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S7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KBank K API Slip Verification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https://apiportal.kasikornbank.com/product/public/All/Slip%20Verification/Documentation/Verify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S8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Bangkok Bank Developer Portal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https://apiportal.bangkokbank.com/en/api/qr-payment/api-documents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S9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Page365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https://www.page365.net/home-en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S10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Page365 App Store listing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https://apps.apple.com/ph/app/page365/id894477175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ZORT Verify Slip Guide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https://zortout.com/en/docs/verify-slip-guide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S12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Oho Chat + SlipOK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https://help.oho.chat/user-manual/oho-chat-slipok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S13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Shipnity LINE OA guide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https://blog.shipnity.com/line-oa-shipnity-new/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S14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FlowAccount AutoKey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https://flowaccount.com/en/autokey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S15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FlowAccount mobile OCR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https://flowaccount.com/en/download-application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S16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PEAK Connect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https://www.peakaccount.com/peak-connect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แหล่งอ้างอิง (2/2)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ข้อมูลสืบค้นจาก official websites/docs และ marketplace pages เท่าที่เปิดเผยต่อสาธารณะ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92840" cy="539496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8046720"/>
              </a:tblGrid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ID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Source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72033"/>
                          </a:solidFill>
                        </a:rPr>
                        <a:t>URL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S17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iApp Thai Receipt OCR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https://iapp.co.th/docs/ocr/receipt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S18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SpaceOCR+n8n workflow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https://n8n.io/workflows/3008-extract-thai-bank-slip-data-from-line-using-spaceocr-and-save-to-google-sheets/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S19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LINE OA Store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https://lineforbusiness.com/th-en/trends-and-insights/lineoastorethecentreofbrands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S20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LINE Messaging API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https://developers.line.biz/en/docs/messaging-api/receiving-messages/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PromptPay BOT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https://www.bot.or.th/en/financial-innovation/digital-finance/digital-payment/promptpay.html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S22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Expensify receipt scanning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https://use.expensify.com/receipt-scanning-app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S23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SAP Concur ExpenseIt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https://www.concur.com/products/expenseit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S24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Zoho Expense receipt scanner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https://www.zoho.com/us/expense/receipt-scanner-app/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S25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Dext receipt capture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https://dext.com/us/business/product/capture-receipts-and-invoices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S26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QuickBooks receipt scanner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https://quickbooks.intuit.com/ca/receipt-scanner/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S27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Xero / Hubdoc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https://www.hubdoc.com/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S28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Veryfi receipt OCR API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https://www.veryfi.com/receipt-ocr-api/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S29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Klippa receipt OCR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https://www.klippa.com/en/ocr/financial-documents/receipts/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S30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Wave receipts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https://www.waveapps.com/receipts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S31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Shoeboxed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72033"/>
                          </a:solidFill>
                        </a:rPr>
                        <a:t>https://www.shoeboxed.com/</a:t>
                      </a:r>
                      <a:endParaRPr lang="en-US" sz="740" dirty="0"/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562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Slip-Buu competitor research | July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Slip-Buu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Slip-Buu Competitor Research</dc:title>
  <dc:subject>Slip-Buu competitor research</dc:subject>
  <dc:creator>Codex research for Slip-Buu</dc:creator>
  <cp:lastModifiedBy>Codex research for Slip-Buu</cp:lastModifiedBy>
  <cp:revision>1</cp:revision>
  <dcterms:created xsi:type="dcterms:W3CDTF">2026-07-08T12:55:39Z</dcterms:created>
  <dcterms:modified xsi:type="dcterms:W3CDTF">2026-07-08T12:55:39Z</dcterms:modified>
</cp:coreProperties>
</file>